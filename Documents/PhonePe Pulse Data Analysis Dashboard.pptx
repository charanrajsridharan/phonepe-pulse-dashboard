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849" r:id="rId6"/>
    <p:sldId id="3852" r:id="rId7"/>
    <p:sldId id="3853" r:id="rId8"/>
    <p:sldId id="3846" r:id="rId9"/>
    <p:sldId id="267" r:id="rId10"/>
    <p:sldId id="3854" r:id="rId11"/>
    <p:sldId id="261" r:id="rId12"/>
    <p:sldId id="3857" r:id="rId13"/>
    <p:sldId id="3856" r:id="rId14"/>
    <p:sldId id="3855" r:id="rId15"/>
    <p:sldId id="263" r:id="rId16"/>
    <p:sldId id="3848" r:id="rId17"/>
    <p:sldId id="384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D0CF4D-FB81-44A4-B3ED-A263346DB094}" v="3" dt="2026-03-07T02:39:04.054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4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raj s" userId="8ff42ad6dd0be9ca" providerId="LiveId" clId="{B53042D9-E988-492C-940C-16825C26A54E}"/>
    <pc:docChg chg="custSel delSld modSld">
      <pc:chgData name="charanraj s" userId="8ff42ad6dd0be9ca" providerId="LiveId" clId="{B53042D9-E988-492C-940C-16825C26A54E}" dt="2026-03-07T02:40:52.847" v="80" actId="14100"/>
      <pc:docMkLst>
        <pc:docMk/>
      </pc:docMkLst>
      <pc:sldChg chg="del">
        <pc:chgData name="charanraj s" userId="8ff42ad6dd0be9ca" providerId="LiveId" clId="{B53042D9-E988-492C-940C-16825C26A54E}" dt="2026-03-07T02:37:56.108" v="4" actId="47"/>
        <pc:sldMkLst>
          <pc:docMk/>
          <pc:sldMk cId="4259977132" sldId="268"/>
        </pc:sldMkLst>
      </pc:sldChg>
      <pc:sldChg chg="modSp mod">
        <pc:chgData name="charanraj s" userId="8ff42ad6dd0be9ca" providerId="LiveId" clId="{B53042D9-E988-492C-940C-16825C26A54E}" dt="2026-03-07T02:39:28.094" v="36" actId="313"/>
        <pc:sldMkLst>
          <pc:docMk/>
          <pc:sldMk cId="1562484837" sldId="3847"/>
        </pc:sldMkLst>
        <pc:spChg chg="mod">
          <ac:chgData name="charanraj s" userId="8ff42ad6dd0be9ca" providerId="LiveId" clId="{B53042D9-E988-492C-940C-16825C26A54E}" dt="2026-03-07T02:39:28.094" v="36" actId="313"/>
          <ac:spMkLst>
            <pc:docMk/>
            <pc:sldMk cId="1562484837" sldId="3847"/>
            <ac:spMk id="3" creationId="{1BE98EFF-197D-3136-70B9-7BBD30A48931}"/>
          </ac:spMkLst>
        </pc:spChg>
      </pc:sldChg>
      <pc:sldChg chg="modSp mod">
        <pc:chgData name="charanraj s" userId="8ff42ad6dd0be9ca" providerId="LiveId" clId="{B53042D9-E988-492C-940C-16825C26A54E}" dt="2026-03-07T02:40:52.847" v="80" actId="14100"/>
        <pc:sldMkLst>
          <pc:docMk/>
          <pc:sldMk cId="44603858" sldId="3854"/>
        </pc:sldMkLst>
        <pc:spChg chg="mod">
          <ac:chgData name="charanraj s" userId="8ff42ad6dd0be9ca" providerId="LiveId" clId="{B53042D9-E988-492C-940C-16825C26A54E}" dt="2026-03-07T02:37:09.624" v="3" actId="1076"/>
          <ac:spMkLst>
            <pc:docMk/>
            <pc:sldMk cId="44603858" sldId="3854"/>
            <ac:spMk id="2" creationId="{1C609360-34B6-AD45-DE90-C34D972D9596}"/>
          </ac:spMkLst>
        </pc:spChg>
        <pc:graphicFrameChg chg="mod modGraphic">
          <ac:chgData name="charanraj s" userId="8ff42ad6dd0be9ca" providerId="LiveId" clId="{B53042D9-E988-492C-940C-16825C26A54E}" dt="2026-03-07T02:40:52.847" v="80" actId="14100"/>
          <ac:graphicFrameMkLst>
            <pc:docMk/>
            <pc:sldMk cId="44603858" sldId="3854"/>
            <ac:graphicFrameMk id="4" creationId="{F8405480-26FB-D21D-BF9D-B44BC7FA22A3}"/>
          </ac:graphicFrameMkLst>
        </pc:graphicFrameChg>
      </pc:sldChg>
      <pc:sldChg chg="modSp mod">
        <pc:chgData name="charanraj s" userId="8ff42ad6dd0be9ca" providerId="LiveId" clId="{B53042D9-E988-492C-940C-16825C26A54E}" dt="2026-03-07T02:40:08.493" v="73" actId="20577"/>
        <pc:sldMkLst>
          <pc:docMk/>
          <pc:sldMk cId="1525769997" sldId="3856"/>
        </pc:sldMkLst>
        <pc:spChg chg="mod">
          <ac:chgData name="charanraj s" userId="8ff42ad6dd0be9ca" providerId="LiveId" clId="{B53042D9-E988-492C-940C-16825C26A54E}" dt="2026-03-07T02:40:08.493" v="73" actId="20577"/>
          <ac:spMkLst>
            <pc:docMk/>
            <pc:sldMk cId="1525769997" sldId="3856"/>
            <ac:spMk id="2" creationId="{8C56BBEB-07E8-9CFD-7F1E-4679D62AF603}"/>
          </ac:spMkLst>
        </pc:spChg>
      </pc:sldChg>
      <pc:sldChg chg="modSp mod">
        <pc:chgData name="charanraj s" userId="8ff42ad6dd0be9ca" providerId="LiveId" clId="{B53042D9-E988-492C-940C-16825C26A54E}" dt="2026-03-07T02:40:00.355" v="53" actId="20577"/>
        <pc:sldMkLst>
          <pc:docMk/>
          <pc:sldMk cId="3990472453" sldId="3857"/>
        </pc:sldMkLst>
        <pc:spChg chg="mod">
          <ac:chgData name="charanraj s" userId="8ff42ad6dd0be9ca" providerId="LiveId" clId="{B53042D9-E988-492C-940C-16825C26A54E}" dt="2026-03-07T02:40:00.355" v="53" actId="20577"/>
          <ac:spMkLst>
            <pc:docMk/>
            <pc:sldMk cId="3990472453" sldId="3857"/>
            <ac:spMk id="2" creationId="{C8EF2933-831E-A168-CA41-7BA2A95B08D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D540BE-D647-490F-B32E-0F2FD6A5D201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D90DB8C-827B-420F-9430-17E1725F666C}">
      <dgm:prSet phldrT="[Text]"/>
      <dgm:spPr/>
      <dgm:t>
        <a:bodyPr/>
        <a:lstStyle/>
        <a:p>
          <a:r>
            <a:rPr lang="en-IN" dirty="0"/>
            <a:t>GitHub JSON Data</a:t>
          </a:r>
        </a:p>
      </dgm:t>
    </dgm:pt>
    <dgm:pt modelId="{FC906C8C-4096-4842-AC7C-C8FDC18AEF6A}" type="parTrans" cxnId="{AFA89DAD-8431-4FC3-9E07-923E4411FEC8}">
      <dgm:prSet/>
      <dgm:spPr/>
      <dgm:t>
        <a:bodyPr/>
        <a:lstStyle/>
        <a:p>
          <a:endParaRPr lang="en-IN"/>
        </a:p>
      </dgm:t>
    </dgm:pt>
    <dgm:pt modelId="{A9605B6E-1E9E-49C4-9D30-F49F02C5A875}" type="sibTrans" cxnId="{AFA89DAD-8431-4FC3-9E07-923E4411FEC8}">
      <dgm:prSet/>
      <dgm:spPr/>
      <dgm:t>
        <a:bodyPr/>
        <a:lstStyle/>
        <a:p>
          <a:endParaRPr lang="en-IN"/>
        </a:p>
      </dgm:t>
    </dgm:pt>
    <dgm:pt modelId="{FBC22AEE-3FAE-4C43-A721-0B6B25DBBB98}">
      <dgm:prSet phldrT="[Text]"/>
      <dgm:spPr/>
      <dgm:t>
        <a:bodyPr/>
        <a:lstStyle/>
        <a:p>
          <a:r>
            <a:rPr lang="en-IN" dirty="0"/>
            <a:t>Python + Pandas</a:t>
          </a:r>
        </a:p>
      </dgm:t>
    </dgm:pt>
    <dgm:pt modelId="{A6D4A47B-B848-42C3-A843-56DF53952EC8}" type="parTrans" cxnId="{CEC3DC1F-8EA5-426A-9D8E-755807BD755C}">
      <dgm:prSet/>
      <dgm:spPr/>
      <dgm:t>
        <a:bodyPr/>
        <a:lstStyle/>
        <a:p>
          <a:endParaRPr lang="en-IN"/>
        </a:p>
      </dgm:t>
    </dgm:pt>
    <dgm:pt modelId="{EC2812ED-2BC0-419A-8FB2-29C2F47C2E27}" type="sibTrans" cxnId="{CEC3DC1F-8EA5-426A-9D8E-755807BD755C}">
      <dgm:prSet/>
      <dgm:spPr/>
      <dgm:t>
        <a:bodyPr/>
        <a:lstStyle/>
        <a:p>
          <a:endParaRPr lang="en-IN"/>
        </a:p>
      </dgm:t>
    </dgm:pt>
    <dgm:pt modelId="{BABF13B7-C27D-4959-A48A-F8A0A28929B7}">
      <dgm:prSet phldrT="[Text]"/>
      <dgm:spPr/>
      <dgm:t>
        <a:bodyPr/>
        <a:lstStyle/>
        <a:p>
          <a:r>
            <a:rPr lang="en-IN" dirty="0"/>
            <a:t>MySQL Database</a:t>
          </a:r>
        </a:p>
      </dgm:t>
    </dgm:pt>
    <dgm:pt modelId="{DB9D3DAD-D70B-4D85-A96A-BD81EB3B6826}" type="parTrans" cxnId="{FC05DB75-FB2D-47BB-99D6-3A5C40BD7876}">
      <dgm:prSet/>
      <dgm:spPr/>
      <dgm:t>
        <a:bodyPr/>
        <a:lstStyle/>
        <a:p>
          <a:endParaRPr lang="en-IN"/>
        </a:p>
      </dgm:t>
    </dgm:pt>
    <dgm:pt modelId="{A4D4A8A9-56A8-4198-89D8-7BC129E4BAE6}" type="sibTrans" cxnId="{FC05DB75-FB2D-47BB-99D6-3A5C40BD7876}">
      <dgm:prSet/>
      <dgm:spPr/>
      <dgm:t>
        <a:bodyPr/>
        <a:lstStyle/>
        <a:p>
          <a:endParaRPr lang="en-IN"/>
        </a:p>
      </dgm:t>
    </dgm:pt>
    <dgm:pt modelId="{703680AB-8777-440D-BA17-1520678E2312}">
      <dgm:prSet phldrT="[Text]"/>
      <dgm:spPr/>
      <dgm:t>
        <a:bodyPr/>
        <a:lstStyle/>
        <a:p>
          <a:r>
            <a:rPr lang="en-IN" dirty="0"/>
            <a:t>SQL Queries</a:t>
          </a:r>
        </a:p>
      </dgm:t>
    </dgm:pt>
    <dgm:pt modelId="{941A6072-E58B-42BD-ABD1-B922034C9703}" type="parTrans" cxnId="{55B86500-1273-46E6-AEEB-2D7A9C616032}">
      <dgm:prSet/>
      <dgm:spPr/>
      <dgm:t>
        <a:bodyPr/>
        <a:lstStyle/>
        <a:p>
          <a:endParaRPr lang="en-IN"/>
        </a:p>
      </dgm:t>
    </dgm:pt>
    <dgm:pt modelId="{C88356FB-57C7-4C63-A117-9ABF1C13C023}" type="sibTrans" cxnId="{55B86500-1273-46E6-AEEB-2D7A9C616032}">
      <dgm:prSet/>
      <dgm:spPr/>
      <dgm:t>
        <a:bodyPr/>
        <a:lstStyle/>
        <a:p>
          <a:endParaRPr lang="en-IN"/>
        </a:p>
      </dgm:t>
    </dgm:pt>
    <dgm:pt modelId="{77A9350A-D9CB-4A15-81C0-D717400BE51D}">
      <dgm:prSet phldrT="[Text]"/>
      <dgm:spPr/>
      <dgm:t>
        <a:bodyPr/>
        <a:lstStyle/>
        <a:p>
          <a:r>
            <a:rPr lang="en-IN"/>
            <a:t>Streamlit Dashboard</a:t>
          </a:r>
          <a:endParaRPr lang="en-IN" dirty="0"/>
        </a:p>
      </dgm:t>
    </dgm:pt>
    <dgm:pt modelId="{A82CC7FE-F927-4FD0-A723-4A5FB56D51FE}" type="parTrans" cxnId="{6921CC0B-8816-426F-8FE1-92BEC15DB50A}">
      <dgm:prSet/>
      <dgm:spPr/>
      <dgm:t>
        <a:bodyPr/>
        <a:lstStyle/>
        <a:p>
          <a:endParaRPr lang="en-IN"/>
        </a:p>
      </dgm:t>
    </dgm:pt>
    <dgm:pt modelId="{BC5621B8-B046-4646-B16A-0F260E50336A}" type="sibTrans" cxnId="{6921CC0B-8816-426F-8FE1-92BEC15DB50A}">
      <dgm:prSet/>
      <dgm:spPr/>
      <dgm:t>
        <a:bodyPr/>
        <a:lstStyle/>
        <a:p>
          <a:endParaRPr lang="en-IN"/>
        </a:p>
      </dgm:t>
    </dgm:pt>
    <dgm:pt modelId="{C39C5AEC-D01D-4B2E-8773-5B7A36BD8C5A}" type="pres">
      <dgm:prSet presAssocID="{13D540BE-D647-490F-B32E-0F2FD6A5D201}" presName="Name0" presStyleCnt="0">
        <dgm:presLayoutVars>
          <dgm:dir/>
          <dgm:resizeHandles val="exact"/>
        </dgm:presLayoutVars>
      </dgm:prSet>
      <dgm:spPr/>
    </dgm:pt>
    <dgm:pt modelId="{6924EAF6-1425-467C-9598-407F1EDC7F7C}" type="pres">
      <dgm:prSet presAssocID="{3D90DB8C-827B-420F-9430-17E1725F666C}" presName="parTxOnly" presStyleLbl="node1" presStyleIdx="0" presStyleCnt="5">
        <dgm:presLayoutVars>
          <dgm:bulletEnabled val="1"/>
        </dgm:presLayoutVars>
      </dgm:prSet>
      <dgm:spPr/>
    </dgm:pt>
    <dgm:pt modelId="{CA33A8BA-6366-4A55-9678-118B3CE2607A}" type="pres">
      <dgm:prSet presAssocID="{A9605B6E-1E9E-49C4-9D30-F49F02C5A875}" presName="parSpace" presStyleCnt="0"/>
      <dgm:spPr/>
    </dgm:pt>
    <dgm:pt modelId="{4B844B64-7259-4D8D-97B9-EE31A700B2C7}" type="pres">
      <dgm:prSet presAssocID="{FBC22AEE-3FAE-4C43-A721-0B6B25DBBB98}" presName="parTxOnly" presStyleLbl="node1" presStyleIdx="1" presStyleCnt="5">
        <dgm:presLayoutVars>
          <dgm:bulletEnabled val="1"/>
        </dgm:presLayoutVars>
      </dgm:prSet>
      <dgm:spPr/>
    </dgm:pt>
    <dgm:pt modelId="{7F084033-2B44-439C-8DB2-E0785E34EE72}" type="pres">
      <dgm:prSet presAssocID="{EC2812ED-2BC0-419A-8FB2-29C2F47C2E27}" presName="parSpace" presStyleCnt="0"/>
      <dgm:spPr/>
    </dgm:pt>
    <dgm:pt modelId="{F26B05C1-FE2D-4660-A254-2F31D593EBA0}" type="pres">
      <dgm:prSet presAssocID="{BABF13B7-C27D-4959-A48A-F8A0A28929B7}" presName="parTxOnly" presStyleLbl="node1" presStyleIdx="2" presStyleCnt="5">
        <dgm:presLayoutVars>
          <dgm:bulletEnabled val="1"/>
        </dgm:presLayoutVars>
      </dgm:prSet>
      <dgm:spPr/>
    </dgm:pt>
    <dgm:pt modelId="{CF958313-BBBC-4DA6-93B5-8737DEFCAE54}" type="pres">
      <dgm:prSet presAssocID="{A4D4A8A9-56A8-4198-89D8-7BC129E4BAE6}" presName="parSpace" presStyleCnt="0"/>
      <dgm:spPr/>
    </dgm:pt>
    <dgm:pt modelId="{119AAAEB-34D0-4472-8024-855B332B622A}" type="pres">
      <dgm:prSet presAssocID="{703680AB-8777-440D-BA17-1520678E2312}" presName="parTxOnly" presStyleLbl="node1" presStyleIdx="3" presStyleCnt="5">
        <dgm:presLayoutVars>
          <dgm:bulletEnabled val="1"/>
        </dgm:presLayoutVars>
      </dgm:prSet>
      <dgm:spPr/>
    </dgm:pt>
    <dgm:pt modelId="{1F00702D-7C08-47E7-A9D2-7678041ABE0E}" type="pres">
      <dgm:prSet presAssocID="{C88356FB-57C7-4C63-A117-9ABF1C13C023}" presName="parSpace" presStyleCnt="0"/>
      <dgm:spPr/>
    </dgm:pt>
    <dgm:pt modelId="{8B6FA176-29DB-408E-8BAE-F8E22585C757}" type="pres">
      <dgm:prSet presAssocID="{77A9350A-D9CB-4A15-81C0-D717400BE51D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5B86500-1273-46E6-AEEB-2D7A9C616032}" srcId="{13D540BE-D647-490F-B32E-0F2FD6A5D201}" destId="{703680AB-8777-440D-BA17-1520678E2312}" srcOrd="3" destOrd="0" parTransId="{941A6072-E58B-42BD-ABD1-B922034C9703}" sibTransId="{C88356FB-57C7-4C63-A117-9ABF1C13C023}"/>
    <dgm:cxn modelId="{6921CC0B-8816-426F-8FE1-92BEC15DB50A}" srcId="{13D540BE-D647-490F-B32E-0F2FD6A5D201}" destId="{77A9350A-D9CB-4A15-81C0-D717400BE51D}" srcOrd="4" destOrd="0" parTransId="{A82CC7FE-F927-4FD0-A723-4A5FB56D51FE}" sibTransId="{BC5621B8-B046-4646-B16A-0F260E50336A}"/>
    <dgm:cxn modelId="{49CF3E0F-E37C-4936-A72E-61E18A8DE9FC}" type="presOf" srcId="{FBC22AEE-3FAE-4C43-A721-0B6B25DBBB98}" destId="{4B844B64-7259-4D8D-97B9-EE31A700B2C7}" srcOrd="0" destOrd="0" presId="urn:microsoft.com/office/officeart/2005/8/layout/hChevron3"/>
    <dgm:cxn modelId="{CEC3DC1F-8EA5-426A-9D8E-755807BD755C}" srcId="{13D540BE-D647-490F-B32E-0F2FD6A5D201}" destId="{FBC22AEE-3FAE-4C43-A721-0B6B25DBBB98}" srcOrd="1" destOrd="0" parTransId="{A6D4A47B-B848-42C3-A843-56DF53952EC8}" sibTransId="{EC2812ED-2BC0-419A-8FB2-29C2F47C2E27}"/>
    <dgm:cxn modelId="{66A03350-5A20-4A11-8EE8-B56F412E1571}" type="presOf" srcId="{BABF13B7-C27D-4959-A48A-F8A0A28929B7}" destId="{F26B05C1-FE2D-4660-A254-2F31D593EBA0}" srcOrd="0" destOrd="0" presId="urn:microsoft.com/office/officeart/2005/8/layout/hChevron3"/>
    <dgm:cxn modelId="{FC05DB75-FB2D-47BB-99D6-3A5C40BD7876}" srcId="{13D540BE-D647-490F-B32E-0F2FD6A5D201}" destId="{BABF13B7-C27D-4959-A48A-F8A0A28929B7}" srcOrd="2" destOrd="0" parTransId="{DB9D3DAD-D70B-4D85-A96A-BD81EB3B6826}" sibTransId="{A4D4A8A9-56A8-4198-89D8-7BC129E4BAE6}"/>
    <dgm:cxn modelId="{F2DDF47A-6886-44D3-9BD3-DB540DF1D7D5}" type="presOf" srcId="{703680AB-8777-440D-BA17-1520678E2312}" destId="{119AAAEB-34D0-4472-8024-855B332B622A}" srcOrd="0" destOrd="0" presId="urn:microsoft.com/office/officeart/2005/8/layout/hChevron3"/>
    <dgm:cxn modelId="{312A52A4-5942-473F-A6F4-367F7AA217F3}" type="presOf" srcId="{77A9350A-D9CB-4A15-81C0-D717400BE51D}" destId="{8B6FA176-29DB-408E-8BAE-F8E22585C757}" srcOrd="0" destOrd="0" presId="urn:microsoft.com/office/officeart/2005/8/layout/hChevron3"/>
    <dgm:cxn modelId="{0E0E41AD-E59F-4103-8E97-C2CDC3C1146D}" type="presOf" srcId="{3D90DB8C-827B-420F-9430-17E1725F666C}" destId="{6924EAF6-1425-467C-9598-407F1EDC7F7C}" srcOrd="0" destOrd="0" presId="urn:microsoft.com/office/officeart/2005/8/layout/hChevron3"/>
    <dgm:cxn modelId="{AFA89DAD-8431-4FC3-9E07-923E4411FEC8}" srcId="{13D540BE-D647-490F-B32E-0F2FD6A5D201}" destId="{3D90DB8C-827B-420F-9430-17E1725F666C}" srcOrd="0" destOrd="0" parTransId="{FC906C8C-4096-4842-AC7C-C8FDC18AEF6A}" sibTransId="{A9605B6E-1E9E-49C4-9D30-F49F02C5A875}"/>
    <dgm:cxn modelId="{2AE422FD-6F42-45AD-9335-ADE36CE85A37}" type="presOf" srcId="{13D540BE-D647-490F-B32E-0F2FD6A5D201}" destId="{C39C5AEC-D01D-4B2E-8773-5B7A36BD8C5A}" srcOrd="0" destOrd="0" presId="urn:microsoft.com/office/officeart/2005/8/layout/hChevron3"/>
    <dgm:cxn modelId="{67AFAB95-2597-43CD-9801-B128A340B161}" type="presParOf" srcId="{C39C5AEC-D01D-4B2E-8773-5B7A36BD8C5A}" destId="{6924EAF6-1425-467C-9598-407F1EDC7F7C}" srcOrd="0" destOrd="0" presId="urn:microsoft.com/office/officeart/2005/8/layout/hChevron3"/>
    <dgm:cxn modelId="{1A0DDDBD-0862-49E6-8374-153F8D1431FD}" type="presParOf" srcId="{C39C5AEC-D01D-4B2E-8773-5B7A36BD8C5A}" destId="{CA33A8BA-6366-4A55-9678-118B3CE2607A}" srcOrd="1" destOrd="0" presId="urn:microsoft.com/office/officeart/2005/8/layout/hChevron3"/>
    <dgm:cxn modelId="{C078EC94-215E-4888-9E69-A8A7FE833DFC}" type="presParOf" srcId="{C39C5AEC-D01D-4B2E-8773-5B7A36BD8C5A}" destId="{4B844B64-7259-4D8D-97B9-EE31A700B2C7}" srcOrd="2" destOrd="0" presId="urn:microsoft.com/office/officeart/2005/8/layout/hChevron3"/>
    <dgm:cxn modelId="{091B63AD-23F2-4F9F-8D61-DC66F6B7B900}" type="presParOf" srcId="{C39C5AEC-D01D-4B2E-8773-5B7A36BD8C5A}" destId="{7F084033-2B44-439C-8DB2-E0785E34EE72}" srcOrd="3" destOrd="0" presId="urn:microsoft.com/office/officeart/2005/8/layout/hChevron3"/>
    <dgm:cxn modelId="{6AAEF2C2-6964-4FBA-BB8E-CAA0F417D894}" type="presParOf" srcId="{C39C5AEC-D01D-4B2E-8773-5B7A36BD8C5A}" destId="{F26B05C1-FE2D-4660-A254-2F31D593EBA0}" srcOrd="4" destOrd="0" presId="urn:microsoft.com/office/officeart/2005/8/layout/hChevron3"/>
    <dgm:cxn modelId="{B9CABE2D-EE6A-4592-B4EE-582498BF33D2}" type="presParOf" srcId="{C39C5AEC-D01D-4B2E-8773-5B7A36BD8C5A}" destId="{CF958313-BBBC-4DA6-93B5-8737DEFCAE54}" srcOrd="5" destOrd="0" presId="urn:microsoft.com/office/officeart/2005/8/layout/hChevron3"/>
    <dgm:cxn modelId="{2F6FFFA5-EDE7-44DD-9FD4-9580A43688CA}" type="presParOf" srcId="{C39C5AEC-D01D-4B2E-8773-5B7A36BD8C5A}" destId="{119AAAEB-34D0-4472-8024-855B332B622A}" srcOrd="6" destOrd="0" presId="urn:microsoft.com/office/officeart/2005/8/layout/hChevron3"/>
    <dgm:cxn modelId="{175B6405-3434-404A-A9B4-06CB19F045DE}" type="presParOf" srcId="{C39C5AEC-D01D-4B2E-8773-5B7A36BD8C5A}" destId="{1F00702D-7C08-47E7-A9D2-7678041ABE0E}" srcOrd="7" destOrd="0" presId="urn:microsoft.com/office/officeart/2005/8/layout/hChevron3"/>
    <dgm:cxn modelId="{DF0141A9-4A9B-495D-A156-17B47620B9EA}" type="presParOf" srcId="{C39C5AEC-D01D-4B2E-8773-5B7A36BD8C5A}" destId="{8B6FA176-29DB-408E-8BAE-F8E22585C757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D540BE-D647-490F-B32E-0F2FD6A5D201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D90DB8C-827B-420F-9430-17E1725F666C}">
      <dgm:prSet phldrT="[Text]"/>
      <dgm:spPr/>
      <dgm:t>
        <a:bodyPr/>
        <a:lstStyle/>
        <a:p>
          <a:r>
            <a:rPr lang="en-IN" dirty="0" err="1"/>
            <a:t>PhonePe</a:t>
          </a:r>
          <a:r>
            <a:rPr lang="en-IN" dirty="0"/>
            <a:t> Pulse Repo</a:t>
          </a:r>
        </a:p>
      </dgm:t>
    </dgm:pt>
    <dgm:pt modelId="{FC906C8C-4096-4842-AC7C-C8FDC18AEF6A}" type="parTrans" cxnId="{AFA89DAD-8431-4FC3-9E07-923E4411FEC8}">
      <dgm:prSet/>
      <dgm:spPr/>
      <dgm:t>
        <a:bodyPr/>
        <a:lstStyle/>
        <a:p>
          <a:endParaRPr lang="en-IN"/>
        </a:p>
      </dgm:t>
    </dgm:pt>
    <dgm:pt modelId="{A9605B6E-1E9E-49C4-9D30-F49F02C5A875}" type="sibTrans" cxnId="{AFA89DAD-8431-4FC3-9E07-923E4411FEC8}">
      <dgm:prSet/>
      <dgm:spPr/>
      <dgm:t>
        <a:bodyPr/>
        <a:lstStyle/>
        <a:p>
          <a:endParaRPr lang="en-IN"/>
        </a:p>
      </dgm:t>
    </dgm:pt>
    <dgm:pt modelId="{FBC22AEE-3FAE-4C43-A721-0B6B25DBBB98}">
      <dgm:prSet phldrT="[Text]"/>
      <dgm:spPr/>
      <dgm:t>
        <a:bodyPr/>
        <a:lstStyle/>
        <a:p>
          <a:r>
            <a:rPr lang="en-IN" dirty="0"/>
            <a:t>Python Extraction</a:t>
          </a:r>
        </a:p>
      </dgm:t>
    </dgm:pt>
    <dgm:pt modelId="{A6D4A47B-B848-42C3-A843-56DF53952EC8}" type="parTrans" cxnId="{CEC3DC1F-8EA5-426A-9D8E-755807BD755C}">
      <dgm:prSet/>
      <dgm:spPr/>
      <dgm:t>
        <a:bodyPr/>
        <a:lstStyle/>
        <a:p>
          <a:endParaRPr lang="en-IN"/>
        </a:p>
      </dgm:t>
    </dgm:pt>
    <dgm:pt modelId="{EC2812ED-2BC0-419A-8FB2-29C2F47C2E27}" type="sibTrans" cxnId="{CEC3DC1F-8EA5-426A-9D8E-755807BD755C}">
      <dgm:prSet/>
      <dgm:spPr/>
      <dgm:t>
        <a:bodyPr/>
        <a:lstStyle/>
        <a:p>
          <a:endParaRPr lang="en-IN"/>
        </a:p>
      </dgm:t>
    </dgm:pt>
    <dgm:pt modelId="{BABF13B7-C27D-4959-A48A-F8A0A28929B7}">
      <dgm:prSet phldrT="[Text]"/>
      <dgm:spPr/>
      <dgm:t>
        <a:bodyPr/>
        <a:lstStyle/>
        <a:p>
          <a:r>
            <a:rPr lang="en-IN" dirty="0"/>
            <a:t>Data Transformation</a:t>
          </a:r>
        </a:p>
      </dgm:t>
    </dgm:pt>
    <dgm:pt modelId="{DB9D3DAD-D70B-4D85-A96A-BD81EB3B6826}" type="parTrans" cxnId="{FC05DB75-FB2D-47BB-99D6-3A5C40BD7876}">
      <dgm:prSet/>
      <dgm:spPr/>
      <dgm:t>
        <a:bodyPr/>
        <a:lstStyle/>
        <a:p>
          <a:endParaRPr lang="en-IN"/>
        </a:p>
      </dgm:t>
    </dgm:pt>
    <dgm:pt modelId="{A4D4A8A9-56A8-4198-89D8-7BC129E4BAE6}" type="sibTrans" cxnId="{FC05DB75-FB2D-47BB-99D6-3A5C40BD7876}">
      <dgm:prSet/>
      <dgm:spPr/>
      <dgm:t>
        <a:bodyPr/>
        <a:lstStyle/>
        <a:p>
          <a:endParaRPr lang="en-IN"/>
        </a:p>
      </dgm:t>
    </dgm:pt>
    <dgm:pt modelId="{703680AB-8777-440D-BA17-1520678E2312}">
      <dgm:prSet phldrT="[Text]"/>
      <dgm:spPr/>
      <dgm:t>
        <a:bodyPr/>
        <a:lstStyle/>
        <a:p>
          <a:r>
            <a:rPr lang="en-IN" dirty="0"/>
            <a:t>MySQL Storage</a:t>
          </a:r>
        </a:p>
      </dgm:t>
    </dgm:pt>
    <dgm:pt modelId="{941A6072-E58B-42BD-ABD1-B922034C9703}" type="parTrans" cxnId="{55B86500-1273-46E6-AEEB-2D7A9C616032}">
      <dgm:prSet/>
      <dgm:spPr/>
      <dgm:t>
        <a:bodyPr/>
        <a:lstStyle/>
        <a:p>
          <a:endParaRPr lang="en-IN"/>
        </a:p>
      </dgm:t>
    </dgm:pt>
    <dgm:pt modelId="{C88356FB-57C7-4C63-A117-9ABF1C13C023}" type="sibTrans" cxnId="{55B86500-1273-46E6-AEEB-2D7A9C616032}">
      <dgm:prSet/>
      <dgm:spPr/>
      <dgm:t>
        <a:bodyPr/>
        <a:lstStyle/>
        <a:p>
          <a:endParaRPr lang="en-IN"/>
        </a:p>
      </dgm:t>
    </dgm:pt>
    <dgm:pt modelId="{77A9350A-D9CB-4A15-81C0-D717400BE51D}">
      <dgm:prSet phldrT="[Text]"/>
      <dgm:spPr/>
      <dgm:t>
        <a:bodyPr/>
        <a:lstStyle/>
        <a:p>
          <a:r>
            <a:rPr lang="en-IN" dirty="0" err="1"/>
            <a:t>Streamlit</a:t>
          </a:r>
          <a:r>
            <a:rPr lang="en-IN" dirty="0"/>
            <a:t> Visualization</a:t>
          </a:r>
        </a:p>
      </dgm:t>
    </dgm:pt>
    <dgm:pt modelId="{A82CC7FE-F927-4FD0-A723-4A5FB56D51FE}" type="parTrans" cxnId="{6921CC0B-8816-426F-8FE1-92BEC15DB50A}">
      <dgm:prSet/>
      <dgm:spPr/>
      <dgm:t>
        <a:bodyPr/>
        <a:lstStyle/>
        <a:p>
          <a:endParaRPr lang="en-IN"/>
        </a:p>
      </dgm:t>
    </dgm:pt>
    <dgm:pt modelId="{BC5621B8-B046-4646-B16A-0F260E50336A}" type="sibTrans" cxnId="{6921CC0B-8816-426F-8FE1-92BEC15DB50A}">
      <dgm:prSet/>
      <dgm:spPr/>
      <dgm:t>
        <a:bodyPr/>
        <a:lstStyle/>
        <a:p>
          <a:endParaRPr lang="en-IN"/>
        </a:p>
      </dgm:t>
    </dgm:pt>
    <dgm:pt modelId="{C39C5AEC-D01D-4B2E-8773-5B7A36BD8C5A}" type="pres">
      <dgm:prSet presAssocID="{13D540BE-D647-490F-B32E-0F2FD6A5D201}" presName="Name0" presStyleCnt="0">
        <dgm:presLayoutVars>
          <dgm:dir/>
          <dgm:resizeHandles val="exact"/>
        </dgm:presLayoutVars>
      </dgm:prSet>
      <dgm:spPr/>
    </dgm:pt>
    <dgm:pt modelId="{6924EAF6-1425-467C-9598-407F1EDC7F7C}" type="pres">
      <dgm:prSet presAssocID="{3D90DB8C-827B-420F-9430-17E1725F666C}" presName="parTxOnly" presStyleLbl="node1" presStyleIdx="0" presStyleCnt="5">
        <dgm:presLayoutVars>
          <dgm:bulletEnabled val="1"/>
        </dgm:presLayoutVars>
      </dgm:prSet>
      <dgm:spPr/>
    </dgm:pt>
    <dgm:pt modelId="{CA33A8BA-6366-4A55-9678-118B3CE2607A}" type="pres">
      <dgm:prSet presAssocID="{A9605B6E-1E9E-49C4-9D30-F49F02C5A875}" presName="parSpace" presStyleCnt="0"/>
      <dgm:spPr/>
    </dgm:pt>
    <dgm:pt modelId="{4B844B64-7259-4D8D-97B9-EE31A700B2C7}" type="pres">
      <dgm:prSet presAssocID="{FBC22AEE-3FAE-4C43-A721-0B6B25DBBB98}" presName="parTxOnly" presStyleLbl="node1" presStyleIdx="1" presStyleCnt="5">
        <dgm:presLayoutVars>
          <dgm:bulletEnabled val="1"/>
        </dgm:presLayoutVars>
      </dgm:prSet>
      <dgm:spPr/>
    </dgm:pt>
    <dgm:pt modelId="{7F084033-2B44-439C-8DB2-E0785E34EE72}" type="pres">
      <dgm:prSet presAssocID="{EC2812ED-2BC0-419A-8FB2-29C2F47C2E27}" presName="parSpace" presStyleCnt="0"/>
      <dgm:spPr/>
    </dgm:pt>
    <dgm:pt modelId="{F26B05C1-FE2D-4660-A254-2F31D593EBA0}" type="pres">
      <dgm:prSet presAssocID="{BABF13B7-C27D-4959-A48A-F8A0A28929B7}" presName="parTxOnly" presStyleLbl="node1" presStyleIdx="2" presStyleCnt="5">
        <dgm:presLayoutVars>
          <dgm:bulletEnabled val="1"/>
        </dgm:presLayoutVars>
      </dgm:prSet>
      <dgm:spPr/>
    </dgm:pt>
    <dgm:pt modelId="{CF958313-BBBC-4DA6-93B5-8737DEFCAE54}" type="pres">
      <dgm:prSet presAssocID="{A4D4A8A9-56A8-4198-89D8-7BC129E4BAE6}" presName="parSpace" presStyleCnt="0"/>
      <dgm:spPr/>
    </dgm:pt>
    <dgm:pt modelId="{119AAAEB-34D0-4472-8024-855B332B622A}" type="pres">
      <dgm:prSet presAssocID="{703680AB-8777-440D-BA17-1520678E2312}" presName="parTxOnly" presStyleLbl="node1" presStyleIdx="3" presStyleCnt="5">
        <dgm:presLayoutVars>
          <dgm:bulletEnabled val="1"/>
        </dgm:presLayoutVars>
      </dgm:prSet>
      <dgm:spPr/>
    </dgm:pt>
    <dgm:pt modelId="{1F00702D-7C08-47E7-A9D2-7678041ABE0E}" type="pres">
      <dgm:prSet presAssocID="{C88356FB-57C7-4C63-A117-9ABF1C13C023}" presName="parSpace" presStyleCnt="0"/>
      <dgm:spPr/>
    </dgm:pt>
    <dgm:pt modelId="{8B6FA176-29DB-408E-8BAE-F8E22585C757}" type="pres">
      <dgm:prSet presAssocID="{77A9350A-D9CB-4A15-81C0-D717400BE51D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5B86500-1273-46E6-AEEB-2D7A9C616032}" srcId="{13D540BE-D647-490F-B32E-0F2FD6A5D201}" destId="{703680AB-8777-440D-BA17-1520678E2312}" srcOrd="3" destOrd="0" parTransId="{941A6072-E58B-42BD-ABD1-B922034C9703}" sibTransId="{C88356FB-57C7-4C63-A117-9ABF1C13C023}"/>
    <dgm:cxn modelId="{6921CC0B-8816-426F-8FE1-92BEC15DB50A}" srcId="{13D540BE-D647-490F-B32E-0F2FD6A5D201}" destId="{77A9350A-D9CB-4A15-81C0-D717400BE51D}" srcOrd="4" destOrd="0" parTransId="{A82CC7FE-F927-4FD0-A723-4A5FB56D51FE}" sibTransId="{BC5621B8-B046-4646-B16A-0F260E50336A}"/>
    <dgm:cxn modelId="{49CF3E0F-E37C-4936-A72E-61E18A8DE9FC}" type="presOf" srcId="{FBC22AEE-3FAE-4C43-A721-0B6B25DBBB98}" destId="{4B844B64-7259-4D8D-97B9-EE31A700B2C7}" srcOrd="0" destOrd="0" presId="urn:microsoft.com/office/officeart/2005/8/layout/hChevron3"/>
    <dgm:cxn modelId="{CEC3DC1F-8EA5-426A-9D8E-755807BD755C}" srcId="{13D540BE-D647-490F-B32E-0F2FD6A5D201}" destId="{FBC22AEE-3FAE-4C43-A721-0B6B25DBBB98}" srcOrd="1" destOrd="0" parTransId="{A6D4A47B-B848-42C3-A843-56DF53952EC8}" sibTransId="{EC2812ED-2BC0-419A-8FB2-29C2F47C2E27}"/>
    <dgm:cxn modelId="{66A03350-5A20-4A11-8EE8-B56F412E1571}" type="presOf" srcId="{BABF13B7-C27D-4959-A48A-F8A0A28929B7}" destId="{F26B05C1-FE2D-4660-A254-2F31D593EBA0}" srcOrd="0" destOrd="0" presId="urn:microsoft.com/office/officeart/2005/8/layout/hChevron3"/>
    <dgm:cxn modelId="{FC05DB75-FB2D-47BB-99D6-3A5C40BD7876}" srcId="{13D540BE-D647-490F-B32E-0F2FD6A5D201}" destId="{BABF13B7-C27D-4959-A48A-F8A0A28929B7}" srcOrd="2" destOrd="0" parTransId="{DB9D3DAD-D70B-4D85-A96A-BD81EB3B6826}" sibTransId="{A4D4A8A9-56A8-4198-89D8-7BC129E4BAE6}"/>
    <dgm:cxn modelId="{F2DDF47A-6886-44D3-9BD3-DB540DF1D7D5}" type="presOf" srcId="{703680AB-8777-440D-BA17-1520678E2312}" destId="{119AAAEB-34D0-4472-8024-855B332B622A}" srcOrd="0" destOrd="0" presId="urn:microsoft.com/office/officeart/2005/8/layout/hChevron3"/>
    <dgm:cxn modelId="{312A52A4-5942-473F-A6F4-367F7AA217F3}" type="presOf" srcId="{77A9350A-D9CB-4A15-81C0-D717400BE51D}" destId="{8B6FA176-29DB-408E-8BAE-F8E22585C757}" srcOrd="0" destOrd="0" presId="urn:microsoft.com/office/officeart/2005/8/layout/hChevron3"/>
    <dgm:cxn modelId="{0E0E41AD-E59F-4103-8E97-C2CDC3C1146D}" type="presOf" srcId="{3D90DB8C-827B-420F-9430-17E1725F666C}" destId="{6924EAF6-1425-467C-9598-407F1EDC7F7C}" srcOrd="0" destOrd="0" presId="urn:microsoft.com/office/officeart/2005/8/layout/hChevron3"/>
    <dgm:cxn modelId="{AFA89DAD-8431-4FC3-9E07-923E4411FEC8}" srcId="{13D540BE-D647-490F-B32E-0F2FD6A5D201}" destId="{3D90DB8C-827B-420F-9430-17E1725F666C}" srcOrd="0" destOrd="0" parTransId="{FC906C8C-4096-4842-AC7C-C8FDC18AEF6A}" sibTransId="{A9605B6E-1E9E-49C4-9D30-F49F02C5A875}"/>
    <dgm:cxn modelId="{2AE422FD-6F42-45AD-9335-ADE36CE85A37}" type="presOf" srcId="{13D540BE-D647-490F-B32E-0F2FD6A5D201}" destId="{C39C5AEC-D01D-4B2E-8773-5B7A36BD8C5A}" srcOrd="0" destOrd="0" presId="urn:microsoft.com/office/officeart/2005/8/layout/hChevron3"/>
    <dgm:cxn modelId="{67AFAB95-2597-43CD-9801-B128A340B161}" type="presParOf" srcId="{C39C5AEC-D01D-4B2E-8773-5B7A36BD8C5A}" destId="{6924EAF6-1425-467C-9598-407F1EDC7F7C}" srcOrd="0" destOrd="0" presId="urn:microsoft.com/office/officeart/2005/8/layout/hChevron3"/>
    <dgm:cxn modelId="{1A0DDDBD-0862-49E6-8374-153F8D1431FD}" type="presParOf" srcId="{C39C5AEC-D01D-4B2E-8773-5B7A36BD8C5A}" destId="{CA33A8BA-6366-4A55-9678-118B3CE2607A}" srcOrd="1" destOrd="0" presId="urn:microsoft.com/office/officeart/2005/8/layout/hChevron3"/>
    <dgm:cxn modelId="{C078EC94-215E-4888-9E69-A8A7FE833DFC}" type="presParOf" srcId="{C39C5AEC-D01D-4B2E-8773-5B7A36BD8C5A}" destId="{4B844B64-7259-4D8D-97B9-EE31A700B2C7}" srcOrd="2" destOrd="0" presId="urn:microsoft.com/office/officeart/2005/8/layout/hChevron3"/>
    <dgm:cxn modelId="{091B63AD-23F2-4F9F-8D61-DC66F6B7B900}" type="presParOf" srcId="{C39C5AEC-D01D-4B2E-8773-5B7A36BD8C5A}" destId="{7F084033-2B44-439C-8DB2-E0785E34EE72}" srcOrd="3" destOrd="0" presId="urn:microsoft.com/office/officeart/2005/8/layout/hChevron3"/>
    <dgm:cxn modelId="{6AAEF2C2-6964-4FBA-BB8E-CAA0F417D894}" type="presParOf" srcId="{C39C5AEC-D01D-4B2E-8773-5B7A36BD8C5A}" destId="{F26B05C1-FE2D-4660-A254-2F31D593EBA0}" srcOrd="4" destOrd="0" presId="urn:microsoft.com/office/officeart/2005/8/layout/hChevron3"/>
    <dgm:cxn modelId="{B9CABE2D-EE6A-4592-B4EE-582498BF33D2}" type="presParOf" srcId="{C39C5AEC-D01D-4B2E-8773-5B7A36BD8C5A}" destId="{CF958313-BBBC-4DA6-93B5-8737DEFCAE54}" srcOrd="5" destOrd="0" presId="urn:microsoft.com/office/officeart/2005/8/layout/hChevron3"/>
    <dgm:cxn modelId="{2F6FFFA5-EDE7-44DD-9FD4-9580A43688CA}" type="presParOf" srcId="{C39C5AEC-D01D-4B2E-8773-5B7A36BD8C5A}" destId="{119AAAEB-34D0-4472-8024-855B332B622A}" srcOrd="6" destOrd="0" presId="urn:microsoft.com/office/officeart/2005/8/layout/hChevron3"/>
    <dgm:cxn modelId="{175B6405-3434-404A-A9B4-06CB19F045DE}" type="presParOf" srcId="{C39C5AEC-D01D-4B2E-8773-5B7A36BD8C5A}" destId="{1F00702D-7C08-47E7-A9D2-7678041ABE0E}" srcOrd="7" destOrd="0" presId="urn:microsoft.com/office/officeart/2005/8/layout/hChevron3"/>
    <dgm:cxn modelId="{DF0141A9-4A9B-495D-A156-17B47620B9EA}" type="presParOf" srcId="{C39C5AEC-D01D-4B2E-8773-5B7A36BD8C5A}" destId="{8B6FA176-29DB-408E-8BAE-F8E22585C757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4EAF6-1425-467C-9598-407F1EDC7F7C}">
      <dsp:nvSpPr>
        <dsp:cNvPr id="0" name=""/>
        <dsp:cNvSpPr/>
      </dsp:nvSpPr>
      <dsp:spPr>
        <a:xfrm>
          <a:off x="1431" y="512568"/>
          <a:ext cx="2791004" cy="11164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GitHub JSON Data</a:t>
          </a:r>
        </a:p>
      </dsp:txBody>
      <dsp:txXfrm>
        <a:off x="1431" y="512568"/>
        <a:ext cx="2511904" cy="1116401"/>
      </dsp:txXfrm>
    </dsp:sp>
    <dsp:sp modelId="{4B844B64-7259-4D8D-97B9-EE31A700B2C7}">
      <dsp:nvSpPr>
        <dsp:cNvPr id="0" name=""/>
        <dsp:cNvSpPr/>
      </dsp:nvSpPr>
      <dsp:spPr>
        <a:xfrm>
          <a:off x="2234235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Python + Pandas</a:t>
          </a:r>
        </a:p>
      </dsp:txBody>
      <dsp:txXfrm>
        <a:off x="2792436" y="512568"/>
        <a:ext cx="1674603" cy="1116401"/>
      </dsp:txXfrm>
    </dsp:sp>
    <dsp:sp modelId="{F26B05C1-FE2D-4660-A254-2F31D593EBA0}">
      <dsp:nvSpPr>
        <dsp:cNvPr id="0" name=""/>
        <dsp:cNvSpPr/>
      </dsp:nvSpPr>
      <dsp:spPr>
        <a:xfrm>
          <a:off x="4467039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MySQL Database</a:t>
          </a:r>
        </a:p>
      </dsp:txBody>
      <dsp:txXfrm>
        <a:off x="5025240" y="512568"/>
        <a:ext cx="1674603" cy="1116401"/>
      </dsp:txXfrm>
    </dsp:sp>
    <dsp:sp modelId="{119AAAEB-34D0-4472-8024-855B332B622A}">
      <dsp:nvSpPr>
        <dsp:cNvPr id="0" name=""/>
        <dsp:cNvSpPr/>
      </dsp:nvSpPr>
      <dsp:spPr>
        <a:xfrm>
          <a:off x="6699842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SQL Queries</a:t>
          </a:r>
        </a:p>
      </dsp:txBody>
      <dsp:txXfrm>
        <a:off x="7258043" y="512568"/>
        <a:ext cx="1674603" cy="1116401"/>
      </dsp:txXfrm>
    </dsp:sp>
    <dsp:sp modelId="{8B6FA176-29DB-408E-8BAE-F8E22585C757}">
      <dsp:nvSpPr>
        <dsp:cNvPr id="0" name=""/>
        <dsp:cNvSpPr/>
      </dsp:nvSpPr>
      <dsp:spPr>
        <a:xfrm>
          <a:off x="8932646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Streamlit Dashboard</a:t>
          </a:r>
          <a:endParaRPr lang="en-IN" sz="2400" kern="1200" dirty="0"/>
        </a:p>
      </dsp:txBody>
      <dsp:txXfrm>
        <a:off x="9490847" y="512568"/>
        <a:ext cx="1674603" cy="1116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4EAF6-1425-467C-9598-407F1EDC7F7C}">
      <dsp:nvSpPr>
        <dsp:cNvPr id="0" name=""/>
        <dsp:cNvSpPr/>
      </dsp:nvSpPr>
      <dsp:spPr>
        <a:xfrm>
          <a:off x="1431" y="512568"/>
          <a:ext cx="2791004" cy="11164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PhonePe</a:t>
          </a:r>
          <a:r>
            <a:rPr lang="en-IN" sz="1800" kern="1200" dirty="0"/>
            <a:t> Pulse Repo</a:t>
          </a:r>
        </a:p>
      </dsp:txBody>
      <dsp:txXfrm>
        <a:off x="1431" y="512568"/>
        <a:ext cx="2511904" cy="1116401"/>
      </dsp:txXfrm>
    </dsp:sp>
    <dsp:sp modelId="{4B844B64-7259-4D8D-97B9-EE31A700B2C7}">
      <dsp:nvSpPr>
        <dsp:cNvPr id="0" name=""/>
        <dsp:cNvSpPr/>
      </dsp:nvSpPr>
      <dsp:spPr>
        <a:xfrm>
          <a:off x="2234235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Python Extraction</a:t>
          </a:r>
        </a:p>
      </dsp:txBody>
      <dsp:txXfrm>
        <a:off x="2792436" y="512568"/>
        <a:ext cx="1674603" cy="1116401"/>
      </dsp:txXfrm>
    </dsp:sp>
    <dsp:sp modelId="{F26B05C1-FE2D-4660-A254-2F31D593EBA0}">
      <dsp:nvSpPr>
        <dsp:cNvPr id="0" name=""/>
        <dsp:cNvSpPr/>
      </dsp:nvSpPr>
      <dsp:spPr>
        <a:xfrm>
          <a:off x="4467039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Transformation</a:t>
          </a:r>
        </a:p>
      </dsp:txBody>
      <dsp:txXfrm>
        <a:off x="5025240" y="512568"/>
        <a:ext cx="1674603" cy="1116401"/>
      </dsp:txXfrm>
    </dsp:sp>
    <dsp:sp modelId="{119AAAEB-34D0-4472-8024-855B332B622A}">
      <dsp:nvSpPr>
        <dsp:cNvPr id="0" name=""/>
        <dsp:cNvSpPr/>
      </dsp:nvSpPr>
      <dsp:spPr>
        <a:xfrm>
          <a:off x="6699842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MySQL Storage</a:t>
          </a:r>
        </a:p>
      </dsp:txBody>
      <dsp:txXfrm>
        <a:off x="7258043" y="512568"/>
        <a:ext cx="1674603" cy="1116401"/>
      </dsp:txXfrm>
    </dsp:sp>
    <dsp:sp modelId="{8B6FA176-29DB-408E-8BAE-F8E22585C757}">
      <dsp:nvSpPr>
        <dsp:cNvPr id="0" name=""/>
        <dsp:cNvSpPr/>
      </dsp:nvSpPr>
      <dsp:spPr>
        <a:xfrm>
          <a:off x="8932646" y="512568"/>
          <a:ext cx="2791004" cy="11164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Streamlit</a:t>
          </a:r>
          <a:r>
            <a:rPr lang="en-IN" sz="1800" kern="1200" dirty="0"/>
            <a:t> Visualization</a:t>
          </a:r>
        </a:p>
      </dsp:txBody>
      <dsp:txXfrm>
        <a:off x="9490847" y="512568"/>
        <a:ext cx="1674603" cy="1116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1965-B8D3-3CF7-900F-C010FDF65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481B4-CC70-15BE-58C8-76C11B31B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CD7BA-7BFD-3E83-6C2B-2AFF8A40B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B855-8870-923A-7F0F-7322281D5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92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B03E-6CA4-E8D5-2345-FFA7638B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64523-FA4A-6C8E-12D9-9095973D8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0C9BA-9057-D901-6343-E0F132CE4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3AA5-0A15-4941-40E1-3F3F663AF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431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73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131E-6C4C-2827-7DBA-51960E230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A844F-56A1-F068-03DC-4B7096066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141FF-98F1-AB77-41A6-F343897F9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0DDC0-8DA7-A2E3-2452-D88DCBA96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296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29DD-8F74-5649-4465-415211D6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A520C-08B8-5AE3-3848-86E7B9B11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6F671-6956-3E17-C8EF-EE657C1A1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032AC-E8A7-3194-C4A6-076279ADF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494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31ECE-2415-0FC1-09B8-F525E367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2A092-9AEB-0CF3-2453-904D38D65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B50C3-3EA4-DC11-621B-738ABF30B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50682-A516-E67C-4949-0F5AC7313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509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6BF8-B2FD-69C0-E27B-0DC14892B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44F87-18D7-0398-46DE-9B7203E40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B2BC3-2940-D2C7-D531-99541E542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3FAB7-7B1B-0F89-0315-CFFD15764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390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4374" y="2230657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US" dirty="0" err="1"/>
              <a:t>PhonePe</a:t>
            </a:r>
            <a:r>
              <a:rPr lang="en-US" dirty="0"/>
              <a:t> Pulse Data Analysis Dashboard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554942"/>
            <a:ext cx="5552091" cy="5768220"/>
          </a:xfrm>
          <a:noFill/>
        </p:spPr>
        <p:txBody>
          <a:bodyPr>
            <a:normAutofit/>
          </a:bodyPr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Technology Stack</a:t>
            </a:r>
          </a:p>
          <a:p>
            <a:r>
              <a:rPr lang="en-US" dirty="0"/>
              <a:t>Dataset Structure</a:t>
            </a:r>
          </a:p>
          <a:p>
            <a:r>
              <a:rPr lang="en-US" dirty="0"/>
              <a:t>Data Pipeline</a:t>
            </a:r>
          </a:p>
          <a:p>
            <a:r>
              <a:rPr lang="en-US" dirty="0"/>
              <a:t>Exploratory Data Analysis</a:t>
            </a:r>
          </a:p>
          <a:p>
            <a:r>
              <a:rPr lang="en-US" dirty="0"/>
              <a:t>Dashboard Demo</a:t>
            </a:r>
          </a:p>
          <a:p>
            <a:r>
              <a:rPr lang="en-US" dirty="0"/>
              <a:t>Key Insights &amp; 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1E61-A74A-F4C3-8596-5019A2B4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E01D-BF97-A026-B1D7-FA6F182F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anchor="ctr"/>
          <a:lstStyle/>
          <a:p>
            <a:r>
              <a:rPr lang="en-IN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8A22-6A42-CD59-2C74-0CAED21296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 err="1"/>
              <a:t>Analyze</a:t>
            </a:r>
            <a:r>
              <a:rPr lang="en-IN" dirty="0"/>
              <a:t> digital payment trends in India using </a:t>
            </a:r>
            <a:r>
              <a:rPr lang="en-IN" dirty="0" err="1"/>
              <a:t>PhonePe</a:t>
            </a:r>
            <a:r>
              <a:rPr lang="en-IN" dirty="0"/>
              <a:t> Pulse dataset</a:t>
            </a:r>
          </a:p>
          <a:p>
            <a:r>
              <a:rPr lang="en-IN" dirty="0"/>
              <a:t>Build an interactive dashboard using </a:t>
            </a:r>
            <a:r>
              <a:rPr lang="en-IN" dirty="0" err="1"/>
              <a:t>Streamlit</a:t>
            </a:r>
            <a:endParaRPr lang="en-IN" dirty="0"/>
          </a:p>
          <a:p>
            <a:r>
              <a:rPr lang="en-IN" dirty="0"/>
              <a:t>Understand transaction growth, user engagement, and insurance adoption</a:t>
            </a:r>
          </a:p>
          <a:p>
            <a:r>
              <a:rPr lang="en-IN" dirty="0"/>
              <a:t>Identify high-performing states, districts and </a:t>
            </a:r>
            <a:r>
              <a:rPr lang="en-IN" dirty="0" err="1"/>
              <a:t>pincodes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382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89A21-0C6A-7544-F126-8A5AC8AD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526C-BFBC-BC16-6E7C-A1C0DEFA6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anchor="ctr"/>
          <a:lstStyle/>
          <a:p>
            <a:r>
              <a:rPr lang="en-IN" dirty="0"/>
              <a:t>Key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D1D8-36A9-EAA0-D8F5-7C4225C565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 err="1"/>
              <a:t>Analyze</a:t>
            </a:r>
            <a:r>
              <a:rPr lang="en-IN" dirty="0"/>
              <a:t> transaction value and volume across India</a:t>
            </a:r>
          </a:p>
          <a:p>
            <a:r>
              <a:rPr lang="en-IN" dirty="0"/>
              <a:t>Study user registration and engagement patterns</a:t>
            </a:r>
          </a:p>
          <a:p>
            <a:r>
              <a:rPr lang="en-IN" dirty="0"/>
              <a:t>Identify high digital payment adoption regions</a:t>
            </a:r>
          </a:p>
          <a:p>
            <a:r>
              <a:rPr lang="en-IN" dirty="0"/>
              <a:t>Explore insurance usage trends</a:t>
            </a:r>
          </a:p>
          <a:p>
            <a:r>
              <a:rPr lang="en-IN" dirty="0"/>
              <a:t>Create an interactive dashboard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92538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67" y="998290"/>
            <a:ext cx="8760620" cy="1437728"/>
          </a:xfrm>
        </p:spPr>
        <p:txBody>
          <a:bodyPr anchor="b">
            <a:normAutofit/>
          </a:bodyPr>
          <a:lstStyle/>
          <a:p>
            <a:r>
              <a:rPr lang="en-IN" dirty="0"/>
              <a:t>Complete Analytics Pipeline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140443E-700A-9107-90E6-D99868165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978828"/>
              </p:ext>
            </p:extLst>
          </p:nvPr>
        </p:nvGraphicFramePr>
        <p:xfrm>
          <a:off x="466917" y="2707022"/>
          <a:ext cx="11725083" cy="2141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Technology Stack</a:t>
            </a:r>
            <a:endParaRPr lang="en-US" dirty="0"/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0519CAC4-33D8-0B1E-88FF-086E69894AF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21284190"/>
              </p:ext>
            </p:extLst>
          </p:nvPr>
        </p:nvGraphicFramePr>
        <p:xfrm>
          <a:off x="3321340" y="1792069"/>
          <a:ext cx="5802905" cy="43891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168894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34011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Pandas,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Streamlit, Plotly, Matplotlib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Jupyter</a:t>
                      </a:r>
                      <a:r>
                        <a:rPr dirty="0"/>
                        <a:t> Notebook,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6B9E-C2D8-C012-B386-30567973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9360-34B6-AD45-DE90-C34D972D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980" y="18895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Dataset Structure</a:t>
            </a:r>
            <a:endParaRPr lang="en-US" dirty="0"/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F8405480-26FB-D21D-BF9D-B44BC7FA22A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868239632"/>
              </p:ext>
            </p:extLst>
          </p:nvPr>
        </p:nvGraphicFramePr>
        <p:xfrm>
          <a:off x="1995265" y="1613402"/>
          <a:ext cx="8482585" cy="369065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83578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62165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4036842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</a:tblGrid>
              <a:tr h="579999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1515445">
                <a:tc>
                  <a:txBody>
                    <a:bodyPr/>
                    <a:lstStyle/>
                    <a:p>
                      <a:r>
                        <a:rPr dirty="0"/>
                        <a:t>Aggregated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State-level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aggregated_user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aggregated_transaction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aggregated_insurance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97603">
                <a:tc>
                  <a:txBody>
                    <a:bodyPr/>
                    <a:lstStyle/>
                    <a:p>
                      <a:r>
                        <a:t>Map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District-level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map_user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map_transaction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map_insurance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97603">
                <a:tc>
                  <a:txBody>
                    <a:bodyPr/>
                    <a:lstStyle/>
                    <a:p>
                      <a:r>
                        <a:t>Top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Top performing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top_user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top_transaction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top_insurance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0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anchor="ctr"/>
          <a:lstStyle/>
          <a:p>
            <a:r>
              <a:rPr lang="en-IN" dirty="0"/>
              <a:t>Exploratory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Transaction Analysis – identify high-value states</a:t>
            </a:r>
          </a:p>
          <a:p>
            <a:r>
              <a:rPr lang="en-IN" dirty="0"/>
              <a:t>User Engagement – </a:t>
            </a:r>
            <a:r>
              <a:rPr lang="en-IN" dirty="0" err="1"/>
              <a:t>analyze</a:t>
            </a:r>
            <a:r>
              <a:rPr lang="en-IN" dirty="0"/>
              <a:t> registrations and app opens</a:t>
            </a:r>
          </a:p>
          <a:p>
            <a:r>
              <a:rPr lang="en-IN" dirty="0"/>
              <a:t>Insurance Analysis – study adoption patterns</a:t>
            </a:r>
          </a:p>
          <a:p>
            <a:r>
              <a:rPr lang="en-IN" dirty="0"/>
              <a:t>District Analysis – identify top districts by transactions</a:t>
            </a:r>
          </a:p>
          <a:p>
            <a:r>
              <a:rPr lang="en-IN" dirty="0"/>
              <a:t>User Registration – understand regional growth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58E84-BA47-7806-2676-77C1005F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2933-831E-A168-CA41-7BA2A95B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7" y="-140359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Dashboard DEMO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67BE28-E284-37B1-09E6-EAA72362D3BB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62" y="1079603"/>
            <a:ext cx="11063000" cy="49269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0472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475D-58D3-AB38-2AD2-B6AB73FB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BBEB-07E8-9CFD-7F1E-4679D62A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7" y="-140359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Dashboard Demo 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8D0C0E-5A2B-E6AA-245B-952CB590AA83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157" y="911369"/>
            <a:ext cx="8834306" cy="55397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576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C420C-870C-F609-BDFD-8C89E8FC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4E57FF-803F-826E-C863-B57EE4F1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67" y="998290"/>
            <a:ext cx="8760620" cy="1437728"/>
          </a:xfrm>
        </p:spPr>
        <p:txBody>
          <a:bodyPr anchor="b">
            <a:normAutofit/>
          </a:bodyPr>
          <a:lstStyle/>
          <a:p>
            <a:r>
              <a:rPr lang="en-IN" dirty="0"/>
              <a:t>Technical Data Flow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9AA7A32-D027-1DB4-ABF1-C5FC4AEAB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873625"/>
              </p:ext>
            </p:extLst>
          </p:nvPr>
        </p:nvGraphicFramePr>
        <p:xfrm>
          <a:off x="466917" y="2707022"/>
          <a:ext cx="11725083" cy="2141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337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  <a:noFill/>
        </p:spPr>
        <p:txBody>
          <a:bodyPr anchor="b"/>
          <a:lstStyle/>
          <a:p>
            <a:r>
              <a:rPr lang="en-IN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57316"/>
            <a:ext cx="5257800" cy="336985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payments show strong year-over-year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Maharashtra and Karnataka dominate transaction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user registrations correlate with app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Insurance adoption is gradually increasing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districts contribute majority of transaction volume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34BF1-7AEA-5A69-329F-6067B4BAD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92" y="448531"/>
            <a:ext cx="5017819" cy="548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Future Improvements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846614" y="2037897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district-level interactive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real-time data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machine learning prediction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dashboard on cloud (</a:t>
            </a:r>
            <a:r>
              <a:rPr lang="en-US" dirty="0" err="1"/>
              <a:t>Streamlit</a:t>
            </a:r>
            <a:r>
              <a:rPr lang="en-US" dirty="0"/>
              <a:t> Cloud / AWS)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9406" y="755171"/>
            <a:ext cx="6040073" cy="5315035"/>
          </a:xfrm>
          <a:noFill/>
        </p:spPr>
        <p:txBody>
          <a:bodyPr>
            <a:normAutofit/>
          </a:bodyPr>
          <a:lstStyle/>
          <a:p>
            <a:r>
              <a:rPr lang="en-IN" dirty="0"/>
              <a:t>Charanraj Sridharan</a:t>
            </a:r>
          </a:p>
          <a:p>
            <a:r>
              <a:rPr lang="en-IN" dirty="0"/>
              <a:t>GitHub : https://github.com/CharanrajSridharan/phonepe-pulse-dashboard.git</a:t>
            </a:r>
          </a:p>
          <a:p>
            <a:r>
              <a:rPr lang="en-IN" dirty="0"/>
              <a:t>Project: </a:t>
            </a:r>
            <a:r>
              <a:rPr lang="en-IN" dirty="0" err="1"/>
              <a:t>PhonePe</a:t>
            </a:r>
            <a:r>
              <a:rPr lang="en-IN" dirty="0"/>
              <a:t> Pulse Dashboard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40</TotalTime>
  <Words>328</Words>
  <Application>Microsoft Office PowerPoint</Application>
  <PresentationFormat>Widescreen</PresentationFormat>
  <Paragraphs>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PhonePe Pulse Data Analysis Dashboard</vt:lpstr>
      <vt:lpstr>Agenda</vt:lpstr>
      <vt:lpstr>Project Overview</vt:lpstr>
      <vt:lpstr>Key Objectives</vt:lpstr>
      <vt:lpstr>Complete Analytics Pipeline</vt:lpstr>
      <vt:lpstr>Technology Stack</vt:lpstr>
      <vt:lpstr>Dataset Structure</vt:lpstr>
      <vt:lpstr>Exploratory Data Analysis</vt:lpstr>
      <vt:lpstr>Dashboard DEMO</vt:lpstr>
      <vt:lpstr>Dashboard Demo </vt:lpstr>
      <vt:lpstr>Technical Data Flow</vt:lpstr>
      <vt:lpstr>Key Insights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charanraj s</dc:creator>
  <cp:lastModifiedBy>charanraj s</cp:lastModifiedBy>
  <cp:revision>1</cp:revision>
  <dcterms:created xsi:type="dcterms:W3CDTF">2026-03-07T02:00:13Z</dcterms:created>
  <dcterms:modified xsi:type="dcterms:W3CDTF">2026-03-07T02:40:56Z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